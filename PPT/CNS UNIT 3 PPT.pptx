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NS-Unit-3-Block-Cipher-Mode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NS-Unit-3-Block-Cipher-Mode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NS-Unit-3-Block-Cipher-Mode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NS-Unit-3-Block-Cipher-Mode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NS-Unit-3-Block-Cipher-Mode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NS-Unit-3-Block-Cipher-Mode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NS-Unit-3-Block-Cipher-Mode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NS-Unit-3-Block-Cipher-Mode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NS-Unit-3-Block-Cipher-Mode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NS-Unit-3-Block-Cipher-Mode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NS-Unit-3-Block-Cipher-Mode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NS-Unit-3-Block-Cipher-Mode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NS-Unit-3-Block-Cipher-Mode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NS-Unit-3-Block-Cipher-Mode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NS-Unit-3-Block-Cipher-Mode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NS-Unit-3-Block-Cipher-Mode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NS-Unit-3-Block-Cipher-Mode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NS-Unit-3-Block-Cipher-Mode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CNS-Unit-3-Block-Cipher-Mode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CNS-Unit-3-Block-Cipher-Mode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CNS-Unit-3-Block-Cipher-Mode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CNS-Unit-3-Block-Cipher-Mode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CNS-Unit-3-Block-Cipher-Mode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CNS-Unit-3-Block-Cipher-Mode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CNS-Unit-3-Block-Cipher-Mode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CNS-Unit-3-Block-Cipher-Mode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CNS-Unit-3-Block-Cipher-Mode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95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