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1-CNS-3RD-UNIT-PPT-pptx-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2-CNS-3RD-UNIT-PPT-pptx-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3-CNS-3RD-UNIT-PPT-pptx-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4-CNS-3RD-UNIT-PPT-pptx-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5-CNS-3RD-UNIT-PPT-pptx-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6-CNS-3RD-UNIT-PPT-pptx-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7-CNS-3RD-UNIT-PPT-pptx-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8-CNS-3RD-UNIT-PPT-pptx-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09-CNS-3RD-UNIT-PPT-pptx-9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0-CNS-3RD-UNIT-PPT-pptx-10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1-CNS-3RD-UNIT-PPT-pptx-11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2-CNS-3RD-UNIT-PPT-pptx-12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3-CNS-3RD-UNIT-PPT-pptx-13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4-CNS-3RD-UNIT-PPT-pptx-14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5-CNS-3RD-UNIT-PPT-pptx-15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6-CNS-3RD-UNIT-PPT-pptx-16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7-CNS-3RD-UNIT-PPT-pptx-17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18-CNS-3RD-UNIT-PPT-pptx-18-204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9144000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